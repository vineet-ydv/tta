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</p:sldMasterIdLst>
  <p:sldIdLst>
    <p:sldId id="256" r:id="rId2"/>
    <p:sldId id="258" r:id="rId3"/>
    <p:sldId id="259" r:id="rId4"/>
    <p:sldId id="261" r:id="rId5"/>
    <p:sldId id="263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7" r:id="rId17"/>
    <p:sldId id="278" r:id="rId18"/>
    <p:sldId id="279" r:id="rId19"/>
    <p:sldId id="282" r:id="rId20"/>
    <p:sldId id="275" r:id="rId21"/>
    <p:sldId id="280" r:id="rId22"/>
    <p:sldId id="281" r:id="rId23"/>
    <p:sldId id="283" r:id="rId24"/>
    <p:sldId id="284" r:id="rId25"/>
    <p:sldId id="285" r:id="rId26"/>
    <p:sldId id="289" r:id="rId27"/>
    <p:sldId id="286" r:id="rId28"/>
    <p:sldId id="292" r:id="rId29"/>
    <p:sldId id="291" r:id="rId30"/>
    <p:sldId id="290" r:id="rId31"/>
    <p:sldId id="293" r:id="rId32"/>
    <p:sldId id="294" r:id="rId33"/>
    <p:sldId id="295" r:id="rId34"/>
    <p:sldId id="296" r:id="rId35"/>
    <p:sldId id="297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C65EFF-2189-47DE-82B1-AFAA1070C270}" v="36" dt="2026-05-06T08:08:46.0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 Yadav" userId="e3bc00a7ce5b79e9" providerId="LiveId" clId="{3BF06B34-CE55-432C-8FAC-3D942D367F23}"/>
    <pc:docChg chg="undo custSel addSld delSld modSld sldOrd">
      <pc:chgData name="Vineet Yadav" userId="e3bc00a7ce5b79e9" providerId="LiveId" clId="{3BF06B34-CE55-432C-8FAC-3D942D367F23}" dt="2026-05-06T08:08:55.047" v="1726" actId="14100"/>
      <pc:docMkLst>
        <pc:docMk/>
      </pc:docMkLst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56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58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58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59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59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61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1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62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2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10.078" v="1606" actId="27636"/>
        <pc:sldMkLst>
          <pc:docMk/>
          <pc:sldMk cId="0" sldId="263"/>
        </pc:sldMkLst>
        <pc:spChg chg="mod">
          <ac:chgData name="Vineet Yadav" userId="e3bc00a7ce5b79e9" providerId="LiveId" clId="{3BF06B34-CE55-432C-8FAC-3D942D367F23}" dt="2026-04-24T17:31:10.078" v="1606" actId="2763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64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4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4"/>
            <ac:spMk id="3" creationId="{00000000-0000-0000-0000-000000000000}"/>
          </ac:spMkLst>
        </pc:spChg>
      </pc:sldChg>
      <pc:sldChg chg="modSp">
        <pc:chgData name="Vineet Yadav" userId="e3bc00a7ce5b79e9" providerId="LiveId" clId="{3BF06B34-CE55-432C-8FAC-3D942D367F23}" dt="2026-04-24T17:31:09.987" v="1605"/>
        <pc:sldMkLst>
          <pc:docMk/>
          <pc:sldMk cId="0" sldId="265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5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5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66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6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6"/>
            <ac:spMk id="3" creationId="{00000000-0000-0000-0000-000000000000}"/>
          </ac:spMkLst>
        </pc:spChg>
      </pc:sldChg>
      <pc:sldChg chg="modSp">
        <pc:chgData name="Vineet Yadav" userId="e3bc00a7ce5b79e9" providerId="LiveId" clId="{3BF06B34-CE55-432C-8FAC-3D942D367F23}" dt="2026-04-24T17:31:09.987" v="1605"/>
        <pc:sldMkLst>
          <pc:docMk/>
          <pc:sldMk cId="0" sldId="267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7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7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4T17:31:09.987" v="1605"/>
        <pc:sldMkLst>
          <pc:docMk/>
          <pc:sldMk cId="0" sldId="268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8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8"/>
            <ac:spMk id="3" creationId="{00000000-0000-0000-0000-000000000000}"/>
          </ac:spMkLst>
        </pc:spChg>
      </pc:sldChg>
      <pc:sldChg chg="modSp">
        <pc:chgData name="Vineet Yadav" userId="e3bc00a7ce5b79e9" providerId="LiveId" clId="{3BF06B34-CE55-432C-8FAC-3D942D367F23}" dt="2026-04-24T17:31:09.987" v="1605"/>
        <pc:sldMkLst>
          <pc:docMk/>
          <pc:sldMk cId="0" sldId="269"/>
        </pc:sldMkLst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9"/>
            <ac:spMk id="2" creationId="{00000000-0000-0000-0000-000000000000}"/>
          </ac:spMkLst>
        </pc:spChg>
        <pc:spChg chg="mod">
          <ac:chgData name="Vineet Yadav" userId="e3bc00a7ce5b79e9" providerId="LiveId" clId="{3BF06B34-CE55-432C-8FAC-3D942D367F23}" dt="2026-04-24T17:31:09.987" v="1605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Vineet Yadav" userId="e3bc00a7ce5b79e9" providerId="LiveId" clId="{3BF06B34-CE55-432C-8FAC-3D942D367F23}" dt="2026-04-23T07:34:28.213" v="1590" actId="27636"/>
        <pc:sldMkLst>
          <pc:docMk/>
          <pc:sldMk cId="530219119" sldId="270"/>
        </pc:sldMkLst>
        <pc:spChg chg="mod">
          <ac:chgData name="Vineet Yadav" userId="e3bc00a7ce5b79e9" providerId="LiveId" clId="{3BF06B34-CE55-432C-8FAC-3D942D367F23}" dt="2026-04-23T07:34:28.213" v="1590" actId="27636"/>
          <ac:spMkLst>
            <pc:docMk/>
            <pc:sldMk cId="530219119" sldId="270"/>
            <ac:spMk id="3" creationId="{50EFCF5A-4CAA-A417-9F64-843D68EB9A14}"/>
          </ac:spMkLst>
        </pc:spChg>
      </pc:sldChg>
      <pc:sldChg chg="modSp mod">
        <pc:chgData name="Vineet Yadav" userId="e3bc00a7ce5b79e9" providerId="LiveId" clId="{3BF06B34-CE55-432C-8FAC-3D942D367F23}" dt="2026-04-23T07:34:28.219" v="1591" actId="27636"/>
        <pc:sldMkLst>
          <pc:docMk/>
          <pc:sldMk cId="395160533" sldId="271"/>
        </pc:sldMkLst>
        <pc:spChg chg="mod">
          <ac:chgData name="Vineet Yadav" userId="e3bc00a7ce5b79e9" providerId="LiveId" clId="{3BF06B34-CE55-432C-8FAC-3D942D367F23}" dt="2026-04-23T07:33:33.147" v="1553" actId="27636"/>
          <ac:spMkLst>
            <pc:docMk/>
            <pc:sldMk cId="395160533" sldId="271"/>
            <ac:spMk id="2" creationId="{E89FB1C7-5E93-086C-FC30-049019A10EC0}"/>
          </ac:spMkLst>
        </pc:spChg>
        <pc:spChg chg="mod">
          <ac:chgData name="Vineet Yadav" userId="e3bc00a7ce5b79e9" providerId="LiveId" clId="{3BF06B34-CE55-432C-8FAC-3D942D367F23}" dt="2026-04-23T07:34:28.219" v="1591" actId="27636"/>
          <ac:spMkLst>
            <pc:docMk/>
            <pc:sldMk cId="395160533" sldId="271"/>
            <ac:spMk id="3" creationId="{6BFD7182-834E-C711-E8F4-E059C6E718ED}"/>
          </ac:spMkLst>
        </pc:spChg>
      </pc:sldChg>
      <pc:sldChg chg="modSp mod">
        <pc:chgData name="Vineet Yadav" userId="e3bc00a7ce5b79e9" providerId="LiveId" clId="{3BF06B34-CE55-432C-8FAC-3D942D367F23}" dt="2026-04-24T17:31:10.133" v="1607" actId="27636"/>
        <pc:sldMkLst>
          <pc:docMk/>
          <pc:sldMk cId="4041737744" sldId="272"/>
        </pc:sldMkLst>
        <pc:spChg chg="mod">
          <ac:chgData name="Vineet Yadav" userId="e3bc00a7ce5b79e9" providerId="LiveId" clId="{3BF06B34-CE55-432C-8FAC-3D942D367F23}" dt="2026-04-24T17:31:10.133" v="1607" actId="27636"/>
          <ac:spMkLst>
            <pc:docMk/>
            <pc:sldMk cId="4041737744" sldId="272"/>
            <ac:spMk id="2" creationId="{01EAD20D-648E-46A1-F0F7-B9E571FC279B}"/>
          </ac:spMkLst>
        </pc:spChg>
      </pc:sldChg>
      <pc:sldChg chg="addSp delSp modSp new mod">
        <pc:chgData name="Vineet Yadav" userId="e3bc00a7ce5b79e9" providerId="LiveId" clId="{3BF06B34-CE55-432C-8FAC-3D942D367F23}" dt="2026-04-08T08:40:01.662" v="546" actId="21"/>
        <pc:sldMkLst>
          <pc:docMk/>
          <pc:sldMk cId="2527508939" sldId="275"/>
        </pc:sldMkLst>
      </pc:sldChg>
      <pc:sldChg chg="addSp delSp modSp new mod">
        <pc:chgData name="Vineet Yadav" userId="e3bc00a7ce5b79e9" providerId="LiveId" clId="{3BF06B34-CE55-432C-8FAC-3D942D367F23}" dt="2026-04-24T17:31:10.153" v="1608" actId="27636"/>
        <pc:sldMkLst>
          <pc:docMk/>
          <pc:sldMk cId="3137834968" sldId="280"/>
        </pc:sldMkLst>
        <pc:spChg chg="mod">
          <ac:chgData name="Vineet Yadav" userId="e3bc00a7ce5b79e9" providerId="LiveId" clId="{3BF06B34-CE55-432C-8FAC-3D942D367F23}" dt="2026-04-24T17:31:10.153" v="1608" actId="27636"/>
          <ac:spMkLst>
            <pc:docMk/>
            <pc:sldMk cId="3137834968" sldId="280"/>
            <ac:spMk id="3" creationId="{050EF146-3321-B1B4-1C50-1E1A660E74C8}"/>
          </ac:spMkLst>
        </pc:spChg>
      </pc:sldChg>
      <pc:sldChg chg="modSp new mod">
        <pc:chgData name="Vineet Yadav" userId="e3bc00a7ce5b79e9" providerId="LiveId" clId="{3BF06B34-CE55-432C-8FAC-3D942D367F23}" dt="2026-04-23T07:34:28.245" v="1596" actId="27636"/>
        <pc:sldMkLst>
          <pc:docMk/>
          <pc:sldMk cId="2204865818" sldId="281"/>
        </pc:sldMkLst>
        <pc:spChg chg="mod">
          <ac:chgData name="Vineet Yadav" userId="e3bc00a7ce5b79e9" providerId="LiveId" clId="{3BF06B34-CE55-432C-8FAC-3D942D367F23}" dt="2026-04-23T07:34:28.245" v="1596" actId="27636"/>
          <ac:spMkLst>
            <pc:docMk/>
            <pc:sldMk cId="2204865818" sldId="281"/>
            <ac:spMk id="2" creationId="{4D1D3AC5-1CE2-79CF-065B-45F9BCF717F8}"/>
          </ac:spMkLst>
        </pc:spChg>
        <pc:spChg chg="mod">
          <ac:chgData name="Vineet Yadav" userId="e3bc00a7ce5b79e9" providerId="LiveId" clId="{3BF06B34-CE55-432C-8FAC-3D942D367F23}" dt="2026-04-23T07:34:28.239" v="1595" actId="27636"/>
          <ac:spMkLst>
            <pc:docMk/>
            <pc:sldMk cId="2204865818" sldId="281"/>
            <ac:spMk id="3" creationId="{1EAD0583-4C8C-B6AC-950F-D297A179B730}"/>
          </ac:spMkLst>
        </pc:spChg>
      </pc:sldChg>
      <pc:sldChg chg="modSp new mod">
        <pc:chgData name="Vineet Yadav" userId="e3bc00a7ce5b79e9" providerId="LiveId" clId="{3BF06B34-CE55-432C-8FAC-3D942D367F23}" dt="2026-04-23T07:34:28.229" v="1593" actId="27636"/>
        <pc:sldMkLst>
          <pc:docMk/>
          <pc:sldMk cId="2601589851" sldId="282"/>
        </pc:sldMkLst>
        <pc:spChg chg="mod">
          <ac:chgData name="Vineet Yadav" userId="e3bc00a7ce5b79e9" providerId="LiveId" clId="{3BF06B34-CE55-432C-8FAC-3D942D367F23}" dt="2026-04-23T07:34:28.219" v="1592" actId="27636"/>
          <ac:spMkLst>
            <pc:docMk/>
            <pc:sldMk cId="2601589851" sldId="282"/>
            <ac:spMk id="2" creationId="{5CF41A15-0DB2-1AAC-DAE0-13CBACE54F96}"/>
          </ac:spMkLst>
        </pc:spChg>
        <pc:spChg chg="mod">
          <ac:chgData name="Vineet Yadav" userId="e3bc00a7ce5b79e9" providerId="LiveId" clId="{3BF06B34-CE55-432C-8FAC-3D942D367F23}" dt="2026-04-23T07:34:28.229" v="1593" actId="27636"/>
          <ac:spMkLst>
            <pc:docMk/>
            <pc:sldMk cId="2601589851" sldId="282"/>
            <ac:spMk id="3" creationId="{07B275BE-5E16-3F23-CF70-E49E88342CEB}"/>
          </ac:spMkLst>
        </pc:spChg>
      </pc:sldChg>
      <pc:sldChg chg="modSp new mod">
        <pc:chgData name="Vineet Yadav" userId="e3bc00a7ce5b79e9" providerId="LiveId" clId="{3BF06B34-CE55-432C-8FAC-3D942D367F23}" dt="2026-04-23T07:34:28.248" v="1598" actId="27636"/>
        <pc:sldMkLst>
          <pc:docMk/>
          <pc:sldMk cId="413971291" sldId="283"/>
        </pc:sldMkLst>
        <pc:spChg chg="mod">
          <ac:chgData name="Vineet Yadav" userId="e3bc00a7ce5b79e9" providerId="LiveId" clId="{3BF06B34-CE55-432C-8FAC-3D942D367F23}" dt="2026-04-23T07:34:28.248" v="1597" actId="27636"/>
          <ac:spMkLst>
            <pc:docMk/>
            <pc:sldMk cId="413971291" sldId="283"/>
            <ac:spMk id="2" creationId="{5817F98D-18F3-E333-2CB3-00F330A72A7E}"/>
          </ac:spMkLst>
        </pc:spChg>
        <pc:spChg chg="mod">
          <ac:chgData name="Vineet Yadav" userId="e3bc00a7ce5b79e9" providerId="LiveId" clId="{3BF06B34-CE55-432C-8FAC-3D942D367F23}" dt="2026-04-23T07:34:28.248" v="1598" actId="27636"/>
          <ac:spMkLst>
            <pc:docMk/>
            <pc:sldMk cId="413971291" sldId="283"/>
            <ac:spMk id="3" creationId="{1F5172B1-2233-1041-F793-DE15C644492F}"/>
          </ac:spMkLst>
        </pc:spChg>
      </pc:sldChg>
      <pc:sldChg chg="addSp delSp modSp new mod">
        <pc:chgData name="Vineet Yadav" userId="e3bc00a7ce5b79e9" providerId="LiveId" clId="{3BF06B34-CE55-432C-8FAC-3D942D367F23}" dt="2026-04-09T18:04:01.323" v="730" actId="20577"/>
        <pc:sldMkLst>
          <pc:docMk/>
          <pc:sldMk cId="443965907" sldId="284"/>
        </pc:sldMkLst>
        <pc:spChg chg="mod">
          <ac:chgData name="Vineet Yadav" userId="e3bc00a7ce5b79e9" providerId="LiveId" clId="{3BF06B34-CE55-432C-8FAC-3D942D367F23}" dt="2026-04-09T18:04:01.323" v="730" actId="20577"/>
          <ac:spMkLst>
            <pc:docMk/>
            <pc:sldMk cId="443965907" sldId="284"/>
            <ac:spMk id="2" creationId="{BACA53F1-D74D-9B35-7675-E29E23696D29}"/>
          </ac:spMkLst>
        </pc:spChg>
        <pc:picChg chg="add mod ord">
          <ac:chgData name="Vineet Yadav" userId="e3bc00a7ce5b79e9" providerId="LiveId" clId="{3BF06B34-CE55-432C-8FAC-3D942D367F23}" dt="2026-04-09T18:03:34.956" v="697" actId="14100"/>
          <ac:picMkLst>
            <pc:docMk/>
            <pc:sldMk cId="443965907" sldId="284"/>
            <ac:picMk id="5" creationId="{82160F42-10A1-9F14-2C0B-D8F7B51CDA28}"/>
          </ac:picMkLst>
        </pc:picChg>
      </pc:sldChg>
      <pc:sldChg chg="addSp delSp modSp new mod">
        <pc:chgData name="Vineet Yadav" userId="e3bc00a7ce5b79e9" providerId="LiveId" clId="{3BF06B34-CE55-432C-8FAC-3D942D367F23}" dt="2026-04-10T09:08:55.042" v="745" actId="14100"/>
        <pc:sldMkLst>
          <pc:docMk/>
          <pc:sldMk cId="3696117602" sldId="285"/>
        </pc:sldMkLst>
        <pc:picChg chg="add mod">
          <ac:chgData name="Vineet Yadav" userId="e3bc00a7ce5b79e9" providerId="LiveId" clId="{3BF06B34-CE55-432C-8FAC-3D942D367F23}" dt="2026-04-10T09:08:55.042" v="745" actId="14100"/>
          <ac:picMkLst>
            <pc:docMk/>
            <pc:sldMk cId="3696117602" sldId="285"/>
            <ac:picMk id="4" creationId="{6166B854-5B92-3159-6D04-370CA4CFBB3D}"/>
          </ac:picMkLst>
        </pc:picChg>
      </pc:sldChg>
      <pc:sldChg chg="addSp modSp new mod">
        <pc:chgData name="Vineet Yadav" userId="e3bc00a7ce5b79e9" providerId="LiveId" clId="{3BF06B34-CE55-432C-8FAC-3D942D367F23}" dt="2026-04-12T10:13:46.332" v="788" actId="20577"/>
        <pc:sldMkLst>
          <pc:docMk/>
          <pc:sldMk cId="850337350" sldId="286"/>
        </pc:sldMkLst>
        <pc:spChg chg="mod">
          <ac:chgData name="Vineet Yadav" userId="e3bc00a7ce5b79e9" providerId="LiveId" clId="{3BF06B34-CE55-432C-8FAC-3D942D367F23}" dt="2026-04-12T10:13:46.332" v="788" actId="20577"/>
          <ac:spMkLst>
            <pc:docMk/>
            <pc:sldMk cId="850337350" sldId="286"/>
            <ac:spMk id="2" creationId="{000CF0FF-6C7F-BCAB-EA02-A2DE052A1B61}"/>
          </ac:spMkLst>
        </pc:spChg>
        <pc:picChg chg="add mod">
          <ac:chgData name="Vineet Yadav" userId="e3bc00a7ce5b79e9" providerId="LiveId" clId="{3BF06B34-CE55-432C-8FAC-3D942D367F23}" dt="2026-04-12T09:14:40.087" v="751" actId="14100"/>
          <ac:picMkLst>
            <pc:docMk/>
            <pc:sldMk cId="850337350" sldId="286"/>
            <ac:picMk id="4" creationId="{E413C572-EE4F-D4DC-0383-E4EE1714265E}"/>
          </ac:picMkLst>
        </pc:picChg>
      </pc:sldChg>
      <pc:sldChg chg="modSp new mod">
        <pc:chgData name="Vineet Yadav" userId="e3bc00a7ce5b79e9" providerId="LiveId" clId="{3BF06B34-CE55-432C-8FAC-3D942D367F23}" dt="2026-04-23T07:34:28.259" v="1599" actId="27636"/>
        <pc:sldMkLst>
          <pc:docMk/>
          <pc:sldMk cId="40763139" sldId="289"/>
        </pc:sldMkLst>
        <pc:spChg chg="mod">
          <ac:chgData name="Vineet Yadav" userId="e3bc00a7ce5b79e9" providerId="LiveId" clId="{3BF06B34-CE55-432C-8FAC-3D942D367F23}" dt="2026-04-12T16:42:15.439" v="923" actId="20577"/>
          <ac:spMkLst>
            <pc:docMk/>
            <pc:sldMk cId="40763139" sldId="289"/>
            <ac:spMk id="2" creationId="{6C519A79-9C48-F63B-05D7-57405E4A8A7F}"/>
          </ac:spMkLst>
        </pc:spChg>
        <pc:spChg chg="mod">
          <ac:chgData name="Vineet Yadav" userId="e3bc00a7ce5b79e9" providerId="LiveId" clId="{3BF06B34-CE55-432C-8FAC-3D942D367F23}" dt="2026-04-23T07:34:28.259" v="1599" actId="27636"/>
          <ac:spMkLst>
            <pc:docMk/>
            <pc:sldMk cId="40763139" sldId="289"/>
            <ac:spMk id="3" creationId="{57C7FB26-5E04-E511-A5E8-A1DB1CF45D04}"/>
          </ac:spMkLst>
        </pc:spChg>
      </pc:sldChg>
      <pc:sldChg chg="addSp delSp modSp new mod">
        <pc:chgData name="Vineet Yadav" userId="e3bc00a7ce5b79e9" providerId="LiveId" clId="{3BF06B34-CE55-432C-8FAC-3D942D367F23}" dt="2026-04-17T15:16:24.714" v="1094" actId="14100"/>
        <pc:sldMkLst>
          <pc:docMk/>
          <pc:sldMk cId="2662041288" sldId="290"/>
        </pc:sldMkLst>
        <pc:spChg chg="mod">
          <ac:chgData name="Vineet Yadav" userId="e3bc00a7ce5b79e9" providerId="LiveId" clId="{3BF06B34-CE55-432C-8FAC-3D942D367F23}" dt="2026-04-17T15:16:24.714" v="1094" actId="14100"/>
          <ac:spMkLst>
            <pc:docMk/>
            <pc:sldMk cId="2662041288" sldId="290"/>
            <ac:spMk id="2" creationId="{CB5B1ED3-90C7-1EEE-8D89-0250225EBC97}"/>
          </ac:spMkLst>
        </pc:spChg>
        <pc:picChg chg="add mod">
          <ac:chgData name="Vineet Yadav" userId="e3bc00a7ce5b79e9" providerId="LiveId" clId="{3BF06B34-CE55-432C-8FAC-3D942D367F23}" dt="2026-04-17T09:28:25.734" v="1008" actId="14100"/>
          <ac:picMkLst>
            <pc:docMk/>
            <pc:sldMk cId="2662041288" sldId="290"/>
            <ac:picMk id="4" creationId="{2B033EA0-A427-0225-7626-95A0E8FDC666}"/>
          </ac:picMkLst>
        </pc:picChg>
      </pc:sldChg>
      <pc:sldChg chg="addSp modSp new mod">
        <pc:chgData name="Vineet Yadav" userId="e3bc00a7ce5b79e9" providerId="LiveId" clId="{3BF06B34-CE55-432C-8FAC-3D942D367F23}" dt="2026-04-23T07:34:10.145" v="1583" actId="1076"/>
        <pc:sldMkLst>
          <pc:docMk/>
          <pc:sldMk cId="4100693622" sldId="291"/>
        </pc:sldMkLst>
        <pc:spChg chg="mod">
          <ac:chgData name="Vineet Yadav" userId="e3bc00a7ce5b79e9" providerId="LiveId" clId="{3BF06B34-CE55-432C-8FAC-3D942D367F23}" dt="2026-04-17T09:31:50.662" v="1052" actId="20577"/>
          <ac:spMkLst>
            <pc:docMk/>
            <pc:sldMk cId="4100693622" sldId="291"/>
            <ac:spMk id="2" creationId="{7CF2B1D8-2AE9-B7AC-FB69-D0F9972B8ED1}"/>
          </ac:spMkLst>
        </pc:spChg>
        <pc:picChg chg="add mod">
          <ac:chgData name="Vineet Yadav" userId="e3bc00a7ce5b79e9" providerId="LiveId" clId="{3BF06B34-CE55-432C-8FAC-3D942D367F23}" dt="2026-04-23T07:34:10.145" v="1583" actId="1076"/>
          <ac:picMkLst>
            <pc:docMk/>
            <pc:sldMk cId="4100693622" sldId="291"/>
            <ac:picMk id="4" creationId="{3CA15E10-A4F7-D755-5E8A-65C46A75EEE7}"/>
          </ac:picMkLst>
        </pc:picChg>
      </pc:sldChg>
      <pc:sldChg chg="addSp delSp modSp new mod">
        <pc:chgData name="Vineet Yadav" userId="e3bc00a7ce5b79e9" providerId="LiveId" clId="{3BF06B34-CE55-432C-8FAC-3D942D367F23}" dt="2026-04-24T17:31:10.180" v="1609" actId="27636"/>
        <pc:sldMkLst>
          <pc:docMk/>
          <pc:sldMk cId="1765098613" sldId="292"/>
        </pc:sldMkLst>
        <pc:spChg chg="mod">
          <ac:chgData name="Vineet Yadav" userId="e3bc00a7ce5b79e9" providerId="LiveId" clId="{3BF06B34-CE55-432C-8FAC-3D942D367F23}" dt="2026-04-24T17:31:10.180" v="1609" actId="27636"/>
          <ac:spMkLst>
            <pc:docMk/>
            <pc:sldMk cId="1765098613" sldId="292"/>
            <ac:spMk id="2" creationId="{B7D95A03-A04F-F13D-274A-B0A8F0E58889}"/>
          </ac:spMkLst>
        </pc:spChg>
        <pc:picChg chg="add mod ord">
          <ac:chgData name="Vineet Yadav" userId="e3bc00a7ce5b79e9" providerId="LiveId" clId="{3BF06B34-CE55-432C-8FAC-3D942D367F23}" dt="2026-04-17T15:08:50.917" v="1061" actId="22"/>
          <ac:picMkLst>
            <pc:docMk/>
            <pc:sldMk cId="1765098613" sldId="292"/>
            <ac:picMk id="5" creationId="{0D4CEEC6-E3B2-AFB3-28B8-90AF9CE4364C}"/>
          </ac:picMkLst>
        </pc:picChg>
      </pc:sldChg>
      <pc:sldChg chg="modSp new mod">
        <pc:chgData name="Vineet Yadav" userId="e3bc00a7ce5b79e9" providerId="LiveId" clId="{3BF06B34-CE55-432C-8FAC-3D942D367F23}" dt="2026-05-05T07:49:43.112" v="1650" actId="20577"/>
        <pc:sldMkLst>
          <pc:docMk/>
          <pc:sldMk cId="1733884865" sldId="293"/>
        </pc:sldMkLst>
        <pc:spChg chg="mod">
          <ac:chgData name="Vineet Yadav" userId="e3bc00a7ce5b79e9" providerId="LiveId" clId="{3BF06B34-CE55-432C-8FAC-3D942D367F23}" dt="2026-04-23T07:33:33.183" v="1559" actId="27636"/>
          <ac:spMkLst>
            <pc:docMk/>
            <pc:sldMk cId="1733884865" sldId="293"/>
            <ac:spMk id="2" creationId="{E0E51C17-C4DE-E94C-6540-0BCF8B2B1545}"/>
          </ac:spMkLst>
        </pc:spChg>
        <pc:spChg chg="mod">
          <ac:chgData name="Vineet Yadav" userId="e3bc00a7ce5b79e9" providerId="LiveId" clId="{3BF06B34-CE55-432C-8FAC-3D942D367F23}" dt="2026-05-05T07:49:43.112" v="1650" actId="20577"/>
          <ac:spMkLst>
            <pc:docMk/>
            <pc:sldMk cId="1733884865" sldId="293"/>
            <ac:spMk id="3" creationId="{457AB47F-9EB0-5C60-685B-3751E537A90F}"/>
          </ac:spMkLst>
        </pc:spChg>
      </pc:sldChg>
      <pc:sldChg chg="addSp delSp modSp new mod">
        <pc:chgData name="Vineet Yadav" userId="e3bc00a7ce5b79e9" providerId="LiveId" clId="{3BF06B34-CE55-432C-8FAC-3D942D367F23}" dt="2026-05-05T09:32:21.787" v="1690" actId="14100"/>
        <pc:sldMkLst>
          <pc:docMk/>
          <pc:sldMk cId="1803114701" sldId="294"/>
        </pc:sldMkLst>
        <pc:picChg chg="add mod">
          <ac:chgData name="Vineet Yadav" userId="e3bc00a7ce5b79e9" providerId="LiveId" clId="{3BF06B34-CE55-432C-8FAC-3D942D367F23}" dt="2026-05-05T09:32:19.340" v="1689" actId="14100"/>
          <ac:picMkLst>
            <pc:docMk/>
            <pc:sldMk cId="1803114701" sldId="294"/>
            <ac:picMk id="1026" creationId="{3DC4C8BD-F1E8-BB27-9515-9FC809791AE5}"/>
          </ac:picMkLst>
        </pc:picChg>
        <pc:picChg chg="add mod">
          <ac:chgData name="Vineet Yadav" userId="e3bc00a7ce5b79e9" providerId="LiveId" clId="{3BF06B34-CE55-432C-8FAC-3D942D367F23}" dt="2026-05-05T09:32:21.787" v="1690" actId="14100"/>
          <ac:picMkLst>
            <pc:docMk/>
            <pc:sldMk cId="1803114701" sldId="294"/>
            <ac:picMk id="1028" creationId="{750D92B9-913F-BDFF-49C4-282BF76247A2}"/>
          </ac:picMkLst>
        </pc:picChg>
        <pc:picChg chg="add mod">
          <ac:chgData name="Vineet Yadav" userId="e3bc00a7ce5b79e9" providerId="LiveId" clId="{3BF06B34-CE55-432C-8FAC-3D942D367F23}" dt="2026-05-05T09:32:15.934" v="1688" actId="14100"/>
          <ac:picMkLst>
            <pc:docMk/>
            <pc:sldMk cId="1803114701" sldId="294"/>
            <ac:picMk id="1030" creationId="{460852C0-1D98-36F0-CBB2-685355C88429}"/>
          </ac:picMkLst>
        </pc:picChg>
      </pc:sldChg>
      <pc:sldChg chg="addSp delSp modSp new mod">
        <pc:chgData name="Vineet Yadav" userId="e3bc00a7ce5b79e9" providerId="LiveId" clId="{3BF06B34-CE55-432C-8FAC-3D942D367F23}" dt="2026-05-06T06:32:23.962" v="1711" actId="20577"/>
        <pc:sldMkLst>
          <pc:docMk/>
          <pc:sldMk cId="1349563905" sldId="295"/>
        </pc:sldMkLst>
        <pc:spChg chg="mod">
          <ac:chgData name="Vineet Yadav" userId="e3bc00a7ce5b79e9" providerId="LiveId" clId="{3BF06B34-CE55-432C-8FAC-3D942D367F23}" dt="2026-05-06T06:32:23.962" v="1711" actId="20577"/>
          <ac:spMkLst>
            <pc:docMk/>
            <pc:sldMk cId="1349563905" sldId="295"/>
            <ac:spMk id="2" creationId="{E0666953-3807-BFD2-B3EC-96E380924896}"/>
          </ac:spMkLst>
        </pc:spChg>
        <pc:spChg chg="del mod">
          <ac:chgData name="Vineet Yadav" userId="e3bc00a7ce5b79e9" providerId="LiveId" clId="{3BF06B34-CE55-432C-8FAC-3D942D367F23}" dt="2026-05-05T09:21:30.475" v="1656" actId="22"/>
          <ac:spMkLst>
            <pc:docMk/>
            <pc:sldMk cId="1349563905" sldId="295"/>
            <ac:spMk id="3" creationId="{039EEB39-6578-8916-C92F-81A80BB7FB52}"/>
          </ac:spMkLst>
        </pc:spChg>
        <pc:picChg chg="add mod ord">
          <ac:chgData name="Vineet Yadav" userId="e3bc00a7ce5b79e9" providerId="LiveId" clId="{3BF06B34-CE55-432C-8FAC-3D942D367F23}" dt="2026-05-05T09:21:45.241" v="1661" actId="14100"/>
          <ac:picMkLst>
            <pc:docMk/>
            <pc:sldMk cId="1349563905" sldId="295"/>
            <ac:picMk id="5" creationId="{FC93C050-2625-760C-1124-F5D5145FF64B}"/>
          </ac:picMkLst>
        </pc:picChg>
      </pc:sldChg>
      <pc:sldChg chg="addSp delSp modSp new mod">
        <pc:chgData name="Vineet Yadav" userId="e3bc00a7ce5b79e9" providerId="LiveId" clId="{3BF06B34-CE55-432C-8FAC-3D942D367F23}" dt="2026-05-06T08:08:40.896" v="1721" actId="14100"/>
        <pc:sldMkLst>
          <pc:docMk/>
          <pc:sldMk cId="2259093951" sldId="296"/>
        </pc:sldMkLst>
        <pc:picChg chg="add mod">
          <ac:chgData name="Vineet Yadav" userId="e3bc00a7ce5b79e9" providerId="LiveId" clId="{3BF06B34-CE55-432C-8FAC-3D942D367F23}" dt="2026-05-06T08:08:40.896" v="1721" actId="14100"/>
          <ac:picMkLst>
            <pc:docMk/>
            <pc:sldMk cId="2259093951" sldId="296"/>
            <ac:picMk id="3" creationId="{E62245C1-120A-6921-E202-5670F7325956}"/>
          </ac:picMkLst>
        </pc:picChg>
        <pc:picChg chg="add del mod">
          <ac:chgData name="Vineet Yadav" userId="e3bc00a7ce5b79e9" providerId="LiveId" clId="{3BF06B34-CE55-432C-8FAC-3D942D367F23}" dt="2026-05-06T08:08:36.434" v="1720" actId="21"/>
          <ac:picMkLst>
            <pc:docMk/>
            <pc:sldMk cId="2259093951" sldId="296"/>
            <ac:picMk id="5" creationId="{C600B02C-2913-3216-D283-2F7C8F0E94DA}"/>
          </ac:picMkLst>
        </pc:picChg>
      </pc:sldChg>
      <pc:sldChg chg="addSp modSp new mod">
        <pc:chgData name="Vineet Yadav" userId="e3bc00a7ce5b79e9" providerId="LiveId" clId="{3BF06B34-CE55-432C-8FAC-3D942D367F23}" dt="2026-05-06T08:08:55.047" v="1726" actId="14100"/>
        <pc:sldMkLst>
          <pc:docMk/>
          <pc:sldMk cId="101156404" sldId="297"/>
        </pc:sldMkLst>
        <pc:picChg chg="add mod">
          <ac:chgData name="Vineet Yadav" userId="e3bc00a7ce5b79e9" providerId="LiveId" clId="{3BF06B34-CE55-432C-8FAC-3D942D367F23}" dt="2026-05-06T08:08:55.047" v="1726" actId="14100"/>
          <ac:picMkLst>
            <pc:docMk/>
            <pc:sldMk cId="101156404" sldId="297"/>
            <ac:picMk id="5" creationId="{C600B02C-2913-3216-D283-2F7C8F0E94DA}"/>
          </ac:picMkLst>
        </pc:picChg>
      </pc:sldChg>
      <pc:sldChg chg="new del">
        <pc:chgData name="Vineet Yadav" userId="e3bc00a7ce5b79e9" providerId="LiveId" clId="{3BF06B34-CE55-432C-8FAC-3D942D367F23}" dt="2026-05-06T07:21:07.687" v="1719" actId="2696"/>
        <pc:sldMkLst>
          <pc:docMk/>
          <pc:sldMk cId="492121416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EFCD-5319-0851-E20A-FCF86D7504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CF36EB-6C63-5942-6027-05BEEA7630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475A6-3642-5E04-D06F-D6F01D916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FCCA-EFD8-8A0E-DF8B-569CC34BA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08183-E7EF-2FC0-CE39-5FB00D15A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7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C3F70-BDE0-4588-D63A-00E078C88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9B076-710E-995D-EED4-4859BA137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12FFB9-AD31-DC0D-235E-8058C504D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4704A-E20B-3467-CEEA-DF3AFB0F7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BE241-0446-3B01-0A75-04CCF2D10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013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ABB51-6ED4-B4D0-32FD-ECBE4CB37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5073D-12AA-3EA7-8FA3-C02720852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E6F9E7-E891-6DB6-767B-5D1F36FF5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932F5-0C59-FCDF-8783-34BF9E78A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E4D3F-9735-843E-7F09-6A5C98EF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30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1244B-E08F-2448-43F7-DD1AEF54D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8230F-69B9-2A1A-6282-96F3860A51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3224A-C75C-0736-A5B3-478FE7614C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6A652-8EFA-7D12-00DC-85D2D67A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5F0DB-EBCC-C080-F596-59FB7B6B2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09FB81-E2E1-1617-8F5D-ACC6EC48A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00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2C05F-5ACC-6F8A-45BF-6E703719D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39901-F7E2-438A-2C1E-D91044090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74977F-49BD-C635-CFBA-86708BE67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87735-EB78-9C5C-DFCB-6EDB5A6F59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50AD25-ACEE-C5F0-4D37-2D5C72D777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206434-CF65-343F-D3FC-3EA43BB5C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02975C-AC4E-79E8-F539-199CF1697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3F93E-1490-E462-0074-E6522E087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98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E4654-89B9-94C1-F0CB-418A1BC7A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9DEE9-20EC-76FA-80D0-466F8C74B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7ECC22-D17C-2FDB-BA59-3ACA30AC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FB5DE9-E4E2-1243-2E4A-8011F52AC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88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93F80-42CE-50DF-2463-27BEED88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682C8CC-6798-A11E-309D-BA274608B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3A275-481C-2433-0ED3-DA237255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52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6856B-0DEA-35D8-B49A-3B5A7E17C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663D-C529-CCEF-C90D-E86BD32D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A4002-90C6-E35F-8A84-46331A8AC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A606-0DF3-6660-92BD-7354D1002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89324-4F2A-0D3A-31D7-63DFA0207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69154E-CC02-5D56-5277-CE4B6EFCC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64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1173D-8BC9-43E3-6B56-C636F2E9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835A9-7853-D917-CA7F-2946A90943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653AD5-0B9C-D171-84E3-397112D77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2A612D-F5F6-AEC0-85A2-BBA93B10A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E719E7-8D24-46E5-A41C-1FF561308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C755B-F74B-FF3F-1F2A-7959C7803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704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932A-3CBF-45EE-9C4E-A13D6474A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6178-B01F-CAC7-3628-CE7109DBC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82608-B556-D9DF-029E-A1DFFA55F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3004F-DC9C-478C-BF9B-0B57392DB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74814-7072-14F4-E333-D759079FA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581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112A1F-3BC5-0702-A79F-8CF2414247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01FD6-91A0-3113-7042-93FBBF3A48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AF7D4-14C2-A092-42BB-75CCBD5E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A31CC4-B2FD-60F1-DD37-9AAC189A6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2CF4F6-0523-EC9A-9EA3-DF0C09F1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075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09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6CB26A-4C68-9CA1-E1CE-61B4315F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EAC76F-E2E4-331B-9E8C-7152068BE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F36B4-F993-B43A-1A9D-21785E2D34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5F826-3902-707E-E4F8-EA8739644E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002C01-D5EF-7497-3C2F-4B56ACA37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156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427544"/>
          </a:xfrm>
        </p:spPr>
        <p:txBody>
          <a:bodyPr>
            <a:normAutofit fontScale="90000"/>
          </a:bodyPr>
          <a:lstStyle/>
          <a:p>
            <a:r>
              <a:rPr lang="en-US" dirty="0"/>
              <a:t>Test-Time Adaptation for Image Classifiers under Continuous Distribution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Student Presentation</a:t>
            </a:r>
          </a:p>
          <a:p>
            <a:r>
              <a:rPr dirty="0"/>
              <a:t>Name: </a:t>
            </a:r>
            <a:r>
              <a:rPr lang="en-IN" dirty="0"/>
              <a:t>Vineet Yadav</a:t>
            </a:r>
            <a:endParaRPr dirty="0"/>
          </a:p>
          <a:p>
            <a:r>
              <a:rPr dirty="0"/>
              <a:t>Professor: </a:t>
            </a:r>
            <a:r>
              <a:rPr lang="en-IN" dirty="0"/>
              <a:t>Sudipta Roy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Image Classifier?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An image classifier takes an image and predicts a label.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Example:</a:t>
            </a:r>
          </a:p>
          <a:p>
            <a:r>
              <a:rPr dirty="0"/>
              <a:t>Image → Model → Prediction</a:t>
            </a:r>
          </a:p>
          <a:p>
            <a:r>
              <a:rPr dirty="0"/>
              <a:t>Dog image → Classifier → 'Dog'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Models are usually trained on large datasets like ImageNet.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Shift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Distribution shift happens when:</a:t>
            </a:r>
          </a:p>
          <a:p>
            <a:r>
              <a:rPr dirty="0"/>
              <a:t>Training data distribution ≠ Test data distribution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Examples:</a:t>
            </a:r>
          </a:p>
          <a:p>
            <a:r>
              <a:rPr dirty="0"/>
              <a:t>- Clear images during training</a:t>
            </a:r>
          </a:p>
          <a:p>
            <a:r>
              <a:rPr dirty="0"/>
              <a:t>- Foggy or noisy images in real-world deployment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This leads to accuracy drop.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Test-Time Adaptation (TTA)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Test-Time Adaptation allows the model to adjust during testing.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Pipeline:</a:t>
            </a:r>
          </a:p>
          <a:p>
            <a:r>
              <a:rPr dirty="0"/>
              <a:t>Train → Adapt during testing → Predict</a:t>
            </a:r>
          </a:p>
          <a:p>
            <a:endParaRPr dirty="0"/>
          </a:p>
          <a:p>
            <a:r>
              <a:rPr dirty="0"/>
              <a:t>Important: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dirty="0"/>
              <a:t>No labels are available during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4463845" cy="511277"/>
          </a:xfrm>
        </p:spPr>
        <p:txBody>
          <a:bodyPr>
            <a:normAutofit fontScale="90000"/>
          </a:bodyPr>
          <a:lstStyle/>
          <a:p>
            <a:r>
              <a:rPr dirty="0"/>
              <a:t>Existing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09600" y="1189704"/>
            <a:ext cx="5761703" cy="2969342"/>
          </a:xfrm>
        </p:spPr>
        <p:txBody>
          <a:bodyPr>
            <a:normAutofit/>
          </a:bodyPr>
          <a:lstStyle/>
          <a:p>
            <a:r>
              <a:rPr dirty="0"/>
              <a:t>Important methods in Test-Time Adaptation:</a:t>
            </a:r>
          </a:p>
          <a:p>
            <a:endParaRPr dirty="0"/>
          </a:p>
          <a:p>
            <a:r>
              <a:rPr dirty="0"/>
              <a:t>- TENT (Entropy minimization)</a:t>
            </a:r>
          </a:p>
          <a:p>
            <a:r>
              <a:rPr dirty="0"/>
              <a:t>- </a:t>
            </a:r>
            <a:r>
              <a:rPr dirty="0" err="1"/>
              <a:t>CoTTA</a:t>
            </a:r>
            <a:r>
              <a:rPr dirty="0"/>
              <a:t> (Continual adaptation with teacher-student model)</a:t>
            </a:r>
          </a:p>
          <a:p>
            <a:r>
              <a:rPr dirty="0"/>
              <a:t>- EATA (Efficient adaptation using reliable samples)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These methods work well for small shifts.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C125D3-7D60-5362-A260-343B0C43FC6E}"/>
              </a:ext>
            </a:extLst>
          </p:cNvPr>
          <p:cNvSpPr txBox="1">
            <a:spLocks/>
          </p:cNvSpPr>
          <p:nvPr/>
        </p:nvSpPr>
        <p:spPr>
          <a:xfrm>
            <a:off x="609599" y="4218038"/>
            <a:ext cx="5761703" cy="20303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Important methods in Test-Time Adaptation:</a:t>
            </a:r>
          </a:p>
          <a:p>
            <a:endParaRPr lang="en-US" dirty="0"/>
          </a:p>
          <a:p>
            <a:r>
              <a:rPr lang="en-US" dirty="0"/>
              <a:t>- TENT (Entropy minimization)</a:t>
            </a:r>
          </a:p>
          <a:p>
            <a:r>
              <a:rPr lang="en-US" dirty="0"/>
              <a:t>- </a:t>
            </a:r>
            <a:r>
              <a:rPr lang="en-US" dirty="0" err="1"/>
              <a:t>CoTTA</a:t>
            </a:r>
            <a:r>
              <a:rPr lang="en-US" dirty="0"/>
              <a:t> (Continual adaptation with teacher-student model)</a:t>
            </a:r>
          </a:p>
          <a:p>
            <a:r>
              <a:rPr lang="en-US" dirty="0"/>
              <a:t>- EATA (Efficient adaptation using reliable samples)</a:t>
            </a:r>
          </a:p>
          <a:p>
            <a:endParaRPr lang="en-US" dirty="0"/>
          </a:p>
          <a:p>
            <a:r>
              <a:rPr lang="en-US" dirty="0"/>
              <a:t>These methods work well for small shifts.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85CAC5-591B-54EE-E4BF-D11EFB75AC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227873"/>
            <a:ext cx="7167588" cy="2178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 Minimization Idea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model should make confident predictions.</a:t>
            </a:r>
          </a:p>
          <a:p>
            <a:endParaRPr dirty="0"/>
          </a:p>
          <a:p>
            <a:r>
              <a:rPr dirty="0"/>
              <a:t>Uncertain prediction:</a:t>
            </a:r>
          </a:p>
          <a:p>
            <a:r>
              <a:rPr dirty="0"/>
              <a:t>Dog 0.35 | Cat 0.33 | Horse 0.32</a:t>
            </a:r>
          </a:p>
          <a:p>
            <a:endParaRPr dirty="0"/>
          </a:p>
          <a:p>
            <a:r>
              <a:rPr dirty="0"/>
              <a:t>Confident prediction:</a:t>
            </a:r>
          </a:p>
          <a:p>
            <a:r>
              <a:rPr dirty="0"/>
              <a:t>Dog 0.95 | Cat 0.03 | Horse 0.02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Entropy minimization pushes predictions to be</a:t>
            </a:r>
            <a:r>
              <a:rPr lang="en-IN" dirty="0"/>
              <a:t> </a:t>
            </a:r>
            <a:r>
              <a:rPr dirty="0"/>
              <a:t> confident.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Continuous Distribution Shift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Real-world environments change continuously.</a:t>
            </a:r>
          </a:p>
          <a:p>
            <a:endParaRPr dirty="0"/>
          </a:p>
          <a:p>
            <a:r>
              <a:rPr dirty="0"/>
              <a:t>Example sequence:</a:t>
            </a:r>
          </a:p>
          <a:p>
            <a:r>
              <a:rPr dirty="0"/>
              <a:t>Sunny → Fog → Rain → Night</a:t>
            </a:r>
          </a:p>
          <a:p>
            <a:endParaRPr dirty="0"/>
          </a:p>
          <a:p>
            <a:r>
              <a:rPr dirty="0"/>
              <a:t>Models keep adapting and may forget previous knowledge.</a:t>
            </a:r>
          </a:p>
          <a:p>
            <a:pPr marL="0" indent="0">
              <a:buNone/>
            </a:pPr>
            <a:r>
              <a:rPr dirty="0"/>
              <a:t>This is called catastrophic forgetting.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Idea: ContinualTTA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Handle continuous distribution changes.</a:t>
            </a:r>
          </a:p>
          <a:p>
            <a:endParaRPr/>
          </a:p>
          <a:p>
            <a:r>
              <a:t>Main components:</a:t>
            </a:r>
          </a:p>
          <a:p>
            <a:r>
              <a:t>1. Prototype Memory Bank</a:t>
            </a:r>
          </a:p>
          <a:p>
            <a:r>
              <a:t>2. Entropy Minimization</a:t>
            </a:r>
          </a:p>
          <a:p>
            <a:r>
              <a:t>3. Shift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Prototype Memory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The model stores representative features for each class.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 err="1"/>
              <a:t>Prototype_dog</a:t>
            </a:r>
            <a:r>
              <a:rPr dirty="0"/>
              <a:t> = average feature of dog images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This memory helps maintain stable knowledge even when shifts occur.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Shift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model detects when the environment changes.</a:t>
            </a:r>
          </a:p>
          <a:p>
            <a:endParaRPr/>
          </a:p>
          <a:p>
            <a:r>
              <a:t>Method:</a:t>
            </a:r>
          </a:p>
          <a:p>
            <a:r>
              <a:t>- Compare prediction distributions</a:t>
            </a:r>
          </a:p>
          <a:p>
            <a:r>
              <a:t>- If difference is large → shift detected</a:t>
            </a:r>
          </a:p>
          <a:p>
            <a:endParaRPr/>
          </a:p>
          <a:p>
            <a:r>
              <a:t>Adaptation is triggered only when necessary.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Experiments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Datasets used:</a:t>
            </a:r>
          </a:p>
          <a:p>
            <a:r>
              <a:rPr lang="en-IN" b="1" dirty="0"/>
              <a:t>ImageNet-C:</a:t>
            </a:r>
            <a:r>
              <a:rPr lang="en-IN" dirty="0"/>
              <a:t> Benchmark with 15 corruption types for robustness evaluation.</a:t>
            </a:r>
          </a:p>
          <a:p>
            <a:r>
              <a:rPr lang="en-IN" b="1" dirty="0"/>
              <a:t>CIFAR-10-C:</a:t>
            </a:r>
            <a:r>
              <a:rPr lang="en-IN" dirty="0"/>
              <a:t> Corrupted CIFAR-10 dataset for testing model adaptation to noisy images.</a:t>
            </a:r>
          </a:p>
          <a:p>
            <a:r>
              <a:rPr lang="en-IN" b="1" dirty="0" err="1"/>
              <a:t>DomainNet</a:t>
            </a:r>
            <a:r>
              <a:rPr lang="en-IN" b="1" dirty="0"/>
              <a:t>:</a:t>
            </a:r>
            <a:r>
              <a:rPr lang="en-IN" dirty="0"/>
              <a:t> Multi-domain dataset used for domain adaptation research.</a:t>
            </a:r>
          </a:p>
          <a:p>
            <a:r>
              <a:rPr lang="en-IN" b="1" dirty="0"/>
              <a:t>ImageNet-R:</a:t>
            </a:r>
            <a:r>
              <a:rPr lang="en-IN" dirty="0"/>
              <a:t> Artistic renditions of ImageNet classes for evaluating natural distribution shift.</a:t>
            </a:r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Handle continuous distribution shifts</a:t>
            </a:r>
          </a:p>
          <a:p>
            <a:r>
              <a:t>2. Prototype memory for stability</a:t>
            </a:r>
          </a:p>
          <a:p>
            <a:r>
              <a:t>3. Efficient test-time adaptation</a:t>
            </a:r>
          </a:p>
          <a:p>
            <a:r>
              <a:t>4. Reduced catastrophic forgetting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021B8-6235-5C00-5C30-03EDADBF5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007511" cy="737419"/>
          </a:xfrm>
        </p:spPr>
        <p:txBody>
          <a:bodyPr/>
          <a:lstStyle/>
          <a:p>
            <a:r>
              <a:rPr lang="en-IN" dirty="0"/>
              <a:t>Proposed Research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CF5A-4CAA-A417-9F64-843D68EB9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248696"/>
            <a:ext cx="6489291" cy="4999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Step 1 – Reproduce Baselines</a:t>
            </a:r>
            <a:endParaRPr lang="en-US" u="sng" dirty="0"/>
          </a:p>
          <a:p>
            <a:r>
              <a:rPr lang="en-US" dirty="0"/>
              <a:t>Implement </a:t>
            </a:r>
            <a:r>
              <a:rPr lang="en-US" b="1" dirty="0"/>
              <a:t>Tent: Fully Test-Time Adaptation by Entropy Minimization</a:t>
            </a:r>
            <a:r>
              <a:rPr lang="en-US" dirty="0"/>
              <a:t> and </a:t>
            </a:r>
            <a:r>
              <a:rPr lang="en-US" b="1" dirty="0"/>
              <a:t>Efficient Test-Time Adaptation without Forgetting</a:t>
            </a:r>
            <a:endParaRPr lang="en-US" dirty="0"/>
          </a:p>
          <a:p>
            <a:r>
              <a:rPr lang="en-US" dirty="0"/>
              <a:t>Evaluate on </a:t>
            </a:r>
            <a:r>
              <a:rPr lang="en-US" b="1" dirty="0"/>
              <a:t>CIFAR-10-C</a:t>
            </a:r>
            <a:r>
              <a:rPr lang="en-US" dirty="0"/>
              <a:t> and </a:t>
            </a:r>
            <a:r>
              <a:rPr lang="en-US" b="1" dirty="0"/>
              <a:t>ImageNet-C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Step 2 – Identify Limitations</a:t>
            </a:r>
            <a:endParaRPr lang="en-US" u="sng" dirty="0"/>
          </a:p>
          <a:p>
            <a:r>
              <a:rPr lang="en-US" dirty="0"/>
              <a:t>Existing methods lack </a:t>
            </a:r>
            <a:r>
              <a:rPr lang="en-US" b="1" dirty="0"/>
              <a:t>long-term memory</a:t>
            </a:r>
            <a:endParaRPr lang="en-US" dirty="0"/>
          </a:p>
          <a:p>
            <a:r>
              <a:rPr lang="en-US" dirty="0"/>
              <a:t>Performance degrades under </a:t>
            </a:r>
            <a:r>
              <a:rPr lang="en-US" b="1" dirty="0"/>
              <a:t>continuous distribution shifts</a:t>
            </a:r>
            <a:endParaRPr lang="en-US" dirty="0"/>
          </a:p>
          <a:p>
            <a:pPr marL="0" indent="0">
              <a:buNone/>
            </a:pPr>
            <a:r>
              <a:rPr lang="en-US" b="1" u="sng" dirty="0"/>
              <a:t>Step 3 – Extend EATA with Proposed Method</a:t>
            </a:r>
            <a:endParaRPr lang="en-US" u="sng" dirty="0"/>
          </a:p>
          <a:p>
            <a:r>
              <a:rPr lang="en-US" dirty="0"/>
              <a:t>Introduce </a:t>
            </a:r>
            <a:r>
              <a:rPr lang="en-US" b="1" dirty="0"/>
              <a:t>prototype memory bank</a:t>
            </a:r>
            <a:r>
              <a:rPr lang="en-US" dirty="0"/>
              <a:t> for stable class representations</a:t>
            </a:r>
          </a:p>
          <a:p>
            <a:r>
              <a:rPr lang="en-US" dirty="0"/>
              <a:t>Add </a:t>
            </a:r>
            <a:r>
              <a:rPr lang="en-US" b="1" dirty="0"/>
              <a:t>prototype consistency loss</a:t>
            </a:r>
            <a:r>
              <a:rPr lang="en-US" dirty="0"/>
              <a:t> to prevent feature drift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0219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FB1C7-5E93-086C-FC30-049019A10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5643717" cy="668594"/>
          </a:xfrm>
        </p:spPr>
        <p:txBody>
          <a:bodyPr>
            <a:normAutofit/>
          </a:bodyPr>
          <a:lstStyle/>
          <a:p>
            <a:r>
              <a:rPr lang="en-IN" dirty="0"/>
              <a:t>Proposed Research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D7182-834E-C711-E8F4-E059C6E71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78194"/>
            <a:ext cx="6347714" cy="47631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Step 4 – Shift Detection</a:t>
            </a:r>
            <a:endParaRPr lang="en-US" u="sng" dirty="0"/>
          </a:p>
          <a:p>
            <a:r>
              <a:rPr lang="en-US" dirty="0"/>
              <a:t>Use </a:t>
            </a:r>
            <a:r>
              <a:rPr lang="en-US" b="1" dirty="0" err="1"/>
              <a:t>Kullback</a:t>
            </a:r>
            <a:r>
              <a:rPr lang="en-US" b="1" dirty="0"/>
              <a:t>–Leibler divergence</a:t>
            </a:r>
            <a:r>
              <a:rPr lang="en-US" dirty="0"/>
              <a:t> to detect distribution changes</a:t>
            </a:r>
          </a:p>
          <a:p>
            <a:r>
              <a:rPr lang="en-US" dirty="0"/>
              <a:t>Trigger adaptation only when a shift occurs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u="sng" dirty="0"/>
              <a:t>Step 5 – Evaluation</a:t>
            </a:r>
            <a:endParaRPr lang="en-US" u="sng" dirty="0"/>
          </a:p>
          <a:p>
            <a:r>
              <a:rPr lang="en-US" dirty="0"/>
              <a:t>Test the method under </a:t>
            </a:r>
            <a:r>
              <a:rPr lang="en-US" b="1" dirty="0"/>
              <a:t>continual shift sequences</a:t>
            </a:r>
            <a:r>
              <a:rPr lang="en-US" dirty="0"/>
              <a:t> using:</a:t>
            </a:r>
          </a:p>
          <a:p>
            <a:pPr marL="0" indent="0">
              <a:buNone/>
            </a:pPr>
            <a:r>
              <a:rPr lang="en-US" b="1" dirty="0"/>
              <a:t>ImageNet-C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CIFAR-10-C</a:t>
            </a:r>
            <a:endParaRPr lang="en-US" dirty="0"/>
          </a:p>
          <a:p>
            <a:pPr marL="0" indent="0">
              <a:buNone/>
            </a:pPr>
            <a:r>
              <a:rPr lang="en-US" b="1" dirty="0" err="1"/>
              <a:t>DomainNet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160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AD20D-648E-46A1-F0F7-B9E571FC2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5102943" cy="609600"/>
          </a:xfrm>
        </p:spPr>
        <p:txBody>
          <a:bodyPr>
            <a:normAutofit/>
          </a:bodyPr>
          <a:lstStyle/>
          <a:p>
            <a:r>
              <a:rPr lang="en-IN" dirty="0"/>
              <a:t>In Short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75AD-A81A-65B8-F1FB-1960E4F78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219200"/>
            <a:ext cx="6347714" cy="4822163"/>
          </a:xfrm>
        </p:spPr>
        <p:txBody>
          <a:bodyPr/>
          <a:lstStyle/>
          <a:p>
            <a:r>
              <a:rPr lang="en-IN" dirty="0"/>
              <a:t>Proposed Research Plan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1. Reproduce TENT and EATA baselines</a:t>
            </a:r>
            <a:br>
              <a:rPr lang="en-IN" dirty="0"/>
            </a:br>
            <a:r>
              <a:rPr lang="en-IN" dirty="0"/>
              <a:t>2. </a:t>
            </a:r>
            <a:r>
              <a:rPr lang="en-IN" dirty="0" err="1"/>
              <a:t>Analyze</a:t>
            </a:r>
            <a:r>
              <a:rPr lang="en-IN" dirty="0"/>
              <a:t> limitations under continual shifts</a:t>
            </a:r>
            <a:br>
              <a:rPr lang="en-IN" dirty="0"/>
            </a:br>
            <a:r>
              <a:rPr lang="en-IN" dirty="0"/>
              <a:t>3. Extend EATA with prototype memory</a:t>
            </a:r>
            <a:br>
              <a:rPr lang="en-IN" dirty="0"/>
            </a:br>
            <a:r>
              <a:rPr lang="en-IN" dirty="0"/>
              <a:t>4. Add prototype consistency loss</a:t>
            </a:r>
            <a:br>
              <a:rPr lang="en-IN" dirty="0"/>
            </a:br>
            <a:r>
              <a:rPr lang="en-IN" dirty="0"/>
              <a:t>5. Detect shifts using KL divergence</a:t>
            </a:r>
            <a:br>
              <a:rPr lang="en-IN" dirty="0"/>
            </a:br>
            <a:r>
              <a:rPr lang="en-IN" dirty="0"/>
              <a:t>6. Evaluate on ImageNet-C, CIFAR-10-C, </a:t>
            </a:r>
            <a:r>
              <a:rPr lang="en-IN" dirty="0" err="1"/>
              <a:t>DomainNet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1737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D5D51-8C88-20CB-1DD0-0EAC06F7C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8" y="228600"/>
            <a:ext cx="8510154" cy="642158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A59EC-27E7-AAAA-0BAA-216F491A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18" y="290939"/>
            <a:ext cx="7793182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468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41AF-EAA8-6BAD-BF2B-D50DDFF1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92" y="322119"/>
            <a:ext cx="8427026" cy="6369626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516C3B-1205-75BD-6335-88F90247A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92" y="322119"/>
            <a:ext cx="8437416" cy="636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903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E9F16-BAC5-9F9C-5D3A-B87B500DE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26" y="176645"/>
            <a:ext cx="8354291" cy="647353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BC7BBB-DD98-4222-1C36-0F0377338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726" y="176645"/>
            <a:ext cx="8520547" cy="647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78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1A15-0DB2-1AAC-DAE0-13CBACE5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949" y="609600"/>
            <a:ext cx="6853084" cy="471948"/>
          </a:xfrm>
        </p:spPr>
        <p:txBody>
          <a:bodyPr>
            <a:normAutofit/>
          </a:bodyPr>
          <a:lstStyle/>
          <a:p>
            <a:r>
              <a:rPr lang="en-US" sz="2400" dirty="0"/>
              <a:t>What </a:t>
            </a:r>
            <a:r>
              <a:rPr lang="en-US" sz="2400" dirty="0" err="1"/>
              <a:t>CoTTA</a:t>
            </a:r>
            <a:r>
              <a:rPr lang="en-US" sz="2400" dirty="0"/>
              <a:t> improved over earlier TTA methods</a:t>
            </a:r>
            <a:endParaRPr lang="en-IN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275BE-5E16-3F23-CF70-E49E88342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8" y="1160206"/>
            <a:ext cx="6567949" cy="54962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b="1" dirty="0"/>
              <a:t>(a) It moved beyond static TTA</a:t>
            </a:r>
          </a:p>
          <a:p>
            <a:pPr marL="0" indent="0">
              <a:buNone/>
            </a:pPr>
            <a:r>
              <a:rPr lang="en-US" sz="1400" dirty="0"/>
              <a:t>Earlier methods like </a:t>
            </a:r>
            <a:r>
              <a:rPr lang="en-US" sz="1400" b="1" dirty="0"/>
              <a:t>TENT</a:t>
            </a:r>
            <a:r>
              <a:rPr lang="en-US" sz="1400" dirty="0"/>
              <a:t> assume test data comes from one relatively stable shifted domain.</a:t>
            </a:r>
          </a:p>
          <a:p>
            <a:pPr marL="0" indent="0">
              <a:buNone/>
            </a:pPr>
            <a:r>
              <a:rPr lang="en-US" sz="1400" dirty="0" err="1"/>
              <a:t>CoTTA</a:t>
            </a:r>
            <a:r>
              <a:rPr lang="en-US" sz="1400" dirty="0"/>
              <a:t> improved this by handling:</a:t>
            </a:r>
          </a:p>
          <a:p>
            <a:r>
              <a:rPr lang="en-US" sz="1400" b="1" dirty="0"/>
              <a:t>continually changing target distributions</a:t>
            </a:r>
            <a:r>
              <a:rPr lang="en-US" sz="1400" dirty="0"/>
              <a:t> </a:t>
            </a:r>
          </a:p>
          <a:p>
            <a:r>
              <a:rPr lang="en-US" sz="1400" b="1" dirty="0"/>
              <a:t>streaming test-time adaptation</a:t>
            </a:r>
            <a:r>
              <a:rPr lang="en-US" sz="1400" dirty="0"/>
              <a:t> </a:t>
            </a:r>
          </a:p>
          <a:p>
            <a:r>
              <a:rPr lang="en-US" sz="1400" dirty="0"/>
              <a:t>sequential domain changes instead of one fixed corruption </a:t>
            </a:r>
          </a:p>
          <a:p>
            <a:pPr marL="0" indent="0">
              <a:buNone/>
            </a:pPr>
            <a:r>
              <a:rPr lang="en-US" sz="1400" dirty="0"/>
              <a:t>That is a major conceptual improvement.</a:t>
            </a:r>
            <a:r>
              <a:rPr lang="en-US" sz="1200" dirty="0"/>
              <a:t> </a:t>
            </a:r>
          </a:p>
          <a:p>
            <a:pPr marL="0" indent="0">
              <a:buNone/>
            </a:pPr>
            <a:r>
              <a:rPr lang="en-US" sz="1500" b="1" dirty="0"/>
              <a:t>(b) It tried to reduce error accumulation</a:t>
            </a:r>
          </a:p>
          <a:p>
            <a:pPr marL="0" indent="0">
              <a:buNone/>
            </a:pPr>
            <a:r>
              <a:rPr lang="en-US" sz="1500" dirty="0"/>
              <a:t>A big problem in TTA is that the model adapts using its </a:t>
            </a:r>
            <a:r>
              <a:rPr lang="en-US" sz="1500" b="1" dirty="0"/>
              <a:t>own predictions</a:t>
            </a:r>
            <a:r>
              <a:rPr lang="en-US" sz="1500" dirty="0"/>
              <a:t>.</a:t>
            </a:r>
          </a:p>
          <a:p>
            <a:r>
              <a:rPr lang="en-US" sz="1500" dirty="0"/>
              <a:t>If predictions become wrong, adaptation reinforces those mistakes.</a:t>
            </a:r>
          </a:p>
          <a:p>
            <a:pPr marL="0" indent="0">
              <a:buNone/>
            </a:pPr>
            <a:r>
              <a:rPr lang="en-US" sz="1500" dirty="0" err="1"/>
              <a:t>CoTTA</a:t>
            </a:r>
            <a:r>
              <a:rPr lang="en-US" sz="1500" dirty="0"/>
              <a:t> improved this using:</a:t>
            </a:r>
          </a:p>
          <a:p>
            <a:r>
              <a:rPr lang="en-US" sz="1500" b="1" dirty="0"/>
              <a:t>weight-averaged predictions</a:t>
            </a:r>
            <a:r>
              <a:rPr lang="en-US" sz="1500" dirty="0"/>
              <a:t> </a:t>
            </a:r>
          </a:p>
          <a:p>
            <a:r>
              <a:rPr lang="en-US" sz="1500" b="1" dirty="0"/>
              <a:t>augmentation-averaged predictions</a:t>
            </a:r>
            <a:r>
              <a:rPr lang="en-US" sz="1500" dirty="0"/>
              <a:t> </a:t>
            </a:r>
          </a:p>
          <a:p>
            <a:pPr marL="0" indent="0">
              <a:buNone/>
            </a:pPr>
            <a:r>
              <a:rPr lang="en-US" sz="1500" dirty="0"/>
              <a:t>This gives more stable pseudo-targets than using one noisy prediction alone.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15898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7DF6684-A7FA-13ED-0E50-3D3DF5F0AB57}"/>
              </a:ext>
            </a:extLst>
          </p:cNvPr>
          <p:cNvSpPr txBox="1"/>
          <p:nvPr/>
        </p:nvSpPr>
        <p:spPr>
          <a:xfrm>
            <a:off x="614515" y="377127"/>
            <a:ext cx="697598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(c) It addressed catastrophic forgetting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r>
              <a:rPr lang="en-US" dirty="0"/>
              <a:t>As the model keeps adapting, it may forget what it learned before — or drift too far from the source model.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 err="1"/>
              <a:t>CoTTA</a:t>
            </a:r>
            <a:r>
              <a:rPr lang="en-US" dirty="0"/>
              <a:t> improved this with:</a:t>
            </a:r>
          </a:p>
          <a:p>
            <a:r>
              <a:rPr lang="en-US" b="1" dirty="0"/>
              <a:t>stochastic restoration, </a:t>
            </a:r>
            <a:r>
              <a:rPr lang="en-US" dirty="0"/>
              <a:t>meaning: some parameters are randomly restored toward the original source model during adaptation </a:t>
            </a:r>
          </a:p>
        </p:txBody>
      </p:sp>
    </p:spTree>
    <p:extLst>
      <p:ext uri="{BB962C8B-B14F-4D97-AF65-F5344CB8AC3E}">
        <p14:creationId xmlns:p14="http://schemas.microsoft.com/office/powerpoint/2010/main" val="2527508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EF146-3321-B1B4-1C50-1E1A660E7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922" y="245806"/>
            <a:ext cx="7285703" cy="635163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Input Test Stream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Frozen Backbone (ResNet-50)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Feature Extraction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┌─────────────────────────────┐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IN" dirty="0"/>
              <a:t> │ Shift Detection (KL Trigger)│</a:t>
            </a:r>
          </a:p>
          <a:p>
            <a:pPr marL="0" indent="0">
              <a:buNone/>
            </a:pPr>
            <a:r>
              <a:rPr lang="en-IN" dirty="0"/>
              <a:t> └─────────────────────────────┘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┌─────────────────────────────┐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IN" dirty="0"/>
              <a:t> │ Lightweight Adaptation      │</a:t>
            </a:r>
          </a:p>
          <a:p>
            <a:pPr marL="0" indent="0">
              <a:buNone/>
            </a:pPr>
            <a:r>
              <a:rPr lang="en-IN" dirty="0"/>
              <a:t> │ - Entropy Minimization      │</a:t>
            </a:r>
          </a:p>
          <a:p>
            <a:pPr marL="0" indent="0">
              <a:buNone/>
            </a:pPr>
            <a:r>
              <a:rPr lang="en-IN" dirty="0"/>
              <a:t> │ - Prototype Consistency     │</a:t>
            </a:r>
          </a:p>
          <a:p>
            <a:pPr marL="0" indent="0">
              <a:buNone/>
            </a:pPr>
            <a:r>
              <a:rPr lang="en-IN" dirty="0"/>
              <a:t> └─────────────────────────────┘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┌─────────────────────────────┐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en-IN" dirty="0"/>
              <a:t> │ Prototype Memory Bank (EMA) │</a:t>
            </a:r>
          </a:p>
          <a:p>
            <a:pPr marL="0" indent="0">
              <a:buNone/>
            </a:pPr>
            <a:r>
              <a:rPr lang="en-IN" dirty="0"/>
              <a:t> └─────────────────────────────┘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Final Prediction</a:t>
            </a:r>
          </a:p>
          <a:p>
            <a:pPr marL="0" indent="0">
              <a:buNone/>
            </a:pPr>
            <a:r>
              <a:rPr lang="en-IN" dirty="0"/>
              <a:t>       ↓</a:t>
            </a:r>
          </a:p>
          <a:p>
            <a:pPr marL="0" indent="0">
              <a:buNone/>
            </a:pPr>
            <a:r>
              <a:rPr lang="en-IN" dirty="0"/>
              <a:t> Update for Next Test Batch</a:t>
            </a:r>
          </a:p>
        </p:txBody>
      </p:sp>
    </p:spTree>
    <p:extLst>
      <p:ext uri="{BB962C8B-B14F-4D97-AF65-F5344CB8AC3E}">
        <p14:creationId xmlns:p14="http://schemas.microsoft.com/office/powerpoint/2010/main" val="31378349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D3AC5-1CE2-79CF-065B-45F9BCF71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872749" cy="570271"/>
          </a:xfrm>
        </p:spPr>
        <p:txBody>
          <a:bodyPr>
            <a:normAutofit/>
          </a:bodyPr>
          <a:lstStyle/>
          <a:p>
            <a:r>
              <a:rPr lang="en-IN" sz="2800" dirty="0" err="1"/>
              <a:t>CoTTA</a:t>
            </a:r>
            <a:r>
              <a:rPr lang="en-IN" sz="2800" dirty="0"/>
              <a:t> has </a:t>
            </a:r>
            <a:r>
              <a:rPr lang="en-IN" sz="2800" b="1" dirty="0"/>
              <a:t>no explicit semantic memory</a:t>
            </a:r>
            <a:endParaRPr lang="en-IN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D0583-4C8C-B6AC-950F-D297A179B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17523"/>
            <a:ext cx="6347714" cy="5034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err="1"/>
              <a:t>CoTTA</a:t>
            </a:r>
            <a:r>
              <a:rPr lang="en-US" b="1" dirty="0"/>
              <a:t> has no explicit semantic memory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CoTTA</a:t>
            </a:r>
            <a:r>
              <a:rPr lang="en-US" dirty="0"/>
              <a:t> preserves knowledge by:</a:t>
            </a:r>
          </a:p>
          <a:p>
            <a:r>
              <a:rPr lang="en-US" dirty="0"/>
              <a:t>weight averaging </a:t>
            </a:r>
          </a:p>
          <a:p>
            <a:r>
              <a:rPr lang="en-US" dirty="0"/>
              <a:t>restoration to source parameters </a:t>
            </a:r>
          </a:p>
          <a:p>
            <a:pPr marL="0" indent="0">
              <a:buNone/>
            </a:pPr>
            <a:r>
              <a:rPr lang="en-US" dirty="0"/>
              <a:t>But it does </a:t>
            </a:r>
            <a:r>
              <a:rPr lang="en-US" b="1" dirty="0"/>
              <a:t>not</a:t>
            </a:r>
            <a:r>
              <a:rPr lang="en-US" dirty="0"/>
              <a:t> maintain a structured memory of:</a:t>
            </a:r>
          </a:p>
          <a:p>
            <a:r>
              <a:rPr lang="en-US" dirty="0"/>
              <a:t>class prototypes </a:t>
            </a:r>
          </a:p>
          <a:p>
            <a:r>
              <a:rPr lang="en-US" dirty="0"/>
              <a:t>domain states </a:t>
            </a:r>
          </a:p>
          <a:p>
            <a:r>
              <a:rPr lang="en-US" dirty="0"/>
              <a:t>recent feature geometry </a:t>
            </a:r>
          </a:p>
          <a:p>
            <a:r>
              <a:rPr lang="en-US" dirty="0"/>
              <a:t>recurring shift episodes </a:t>
            </a:r>
          </a:p>
          <a:p>
            <a:pPr marL="0" indent="0">
              <a:buNone/>
            </a:pPr>
            <a:r>
              <a:rPr lang="en-US" dirty="0"/>
              <a:t>So when the environment changes again, </a:t>
            </a:r>
            <a:r>
              <a:rPr lang="en-US" dirty="0" err="1"/>
              <a:t>CoTTA</a:t>
            </a:r>
            <a:r>
              <a:rPr lang="en-US" dirty="0"/>
              <a:t> does not really “remember” the structure of what it adapted to before.</a:t>
            </a:r>
          </a:p>
        </p:txBody>
      </p:sp>
    </p:spTree>
    <p:extLst>
      <p:ext uri="{BB962C8B-B14F-4D97-AF65-F5344CB8AC3E}">
        <p14:creationId xmlns:p14="http://schemas.microsoft.com/office/powerpoint/2010/main" val="22048658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F98D-18F3-E333-2CB3-00F330A72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499124" cy="530942"/>
          </a:xfrm>
        </p:spPr>
        <p:txBody>
          <a:bodyPr>
            <a:normAutofit fontScale="90000"/>
          </a:bodyPr>
          <a:lstStyle/>
          <a:p>
            <a:r>
              <a:rPr lang="en-IN" dirty="0" err="1"/>
              <a:t>CoTTA</a:t>
            </a:r>
            <a:r>
              <a:rPr lang="en-IN" dirty="0"/>
              <a:t> VS OUR METHOD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172B1-2233-1041-F793-DE15C6444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17524"/>
            <a:ext cx="6347714" cy="47238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 err="1"/>
              <a:t>CoTTA</a:t>
            </a:r>
            <a:endParaRPr lang="en-IN" b="1" dirty="0"/>
          </a:p>
          <a:p>
            <a:r>
              <a:rPr lang="en-IN" dirty="0"/>
              <a:t>Continuous adaptation </a:t>
            </a:r>
          </a:p>
          <a:p>
            <a:r>
              <a:rPr lang="en-IN" dirty="0"/>
              <a:t>Pseudo-label stabilization </a:t>
            </a:r>
          </a:p>
          <a:p>
            <a:r>
              <a:rPr lang="en-IN" dirty="0"/>
              <a:t>Stochastic restoration </a:t>
            </a:r>
          </a:p>
          <a:p>
            <a:pPr marL="0" indent="0">
              <a:buNone/>
            </a:pPr>
            <a:r>
              <a:rPr lang="en-IN" b="1" dirty="0"/>
              <a:t>Our </a:t>
            </a:r>
            <a:r>
              <a:rPr lang="en-IN" b="1" dirty="0" err="1"/>
              <a:t>ContinualTTA</a:t>
            </a:r>
            <a:endParaRPr lang="en-IN" b="1" dirty="0"/>
          </a:p>
          <a:p>
            <a:r>
              <a:rPr lang="en-IN" b="1" dirty="0"/>
              <a:t>Detects when shift changes</a:t>
            </a:r>
            <a:r>
              <a:rPr lang="en-IN" dirty="0"/>
              <a:t> </a:t>
            </a:r>
          </a:p>
          <a:p>
            <a:r>
              <a:rPr lang="en-IN" b="1" dirty="0"/>
              <a:t>Stores prototype-based memory</a:t>
            </a:r>
            <a:r>
              <a:rPr lang="en-IN" dirty="0"/>
              <a:t> </a:t>
            </a:r>
          </a:p>
          <a:p>
            <a:r>
              <a:rPr lang="en-IN" b="1" dirty="0"/>
              <a:t>Maintains feature consistency</a:t>
            </a:r>
            <a:r>
              <a:rPr lang="en-IN" dirty="0"/>
              <a:t> </a:t>
            </a:r>
          </a:p>
          <a:p>
            <a:r>
              <a:rPr lang="en-IN" b="1" dirty="0"/>
              <a:t>Prevents long-term drift</a:t>
            </a:r>
            <a:r>
              <a:rPr lang="en-IN" dirty="0"/>
              <a:t> </a:t>
            </a:r>
          </a:p>
          <a:p>
            <a:r>
              <a:rPr lang="en-IN" b="1" dirty="0"/>
              <a:t>Runs efficiently in near real-time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9712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53F1-D74D-9B35-7675-E29E23696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7629833" cy="422787"/>
          </a:xfrm>
        </p:spPr>
        <p:txBody>
          <a:bodyPr>
            <a:normAutofit/>
          </a:bodyPr>
          <a:lstStyle/>
          <a:p>
            <a:r>
              <a:rPr lang="en-IN" sz="2000" dirty="0"/>
              <a:t>Baseline vs TENT vs </a:t>
            </a:r>
            <a:r>
              <a:rPr lang="en-IN" sz="2000" dirty="0" err="1"/>
              <a:t>CoTTA</a:t>
            </a:r>
            <a:endParaRPr lang="en-IN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160F42-10A1-9F14-2C0B-D8F7B51CDA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13" y="1356852"/>
            <a:ext cx="8352587" cy="422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659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509837-3FAA-D22C-215F-AB09CD9B8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12" y="1140542"/>
            <a:ext cx="7741253" cy="4340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1176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19A79-9C48-F63B-05D7-57405E4A8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813" y="226142"/>
            <a:ext cx="6770499" cy="521110"/>
          </a:xfrm>
        </p:spPr>
        <p:txBody>
          <a:bodyPr>
            <a:normAutofit/>
          </a:bodyPr>
          <a:lstStyle/>
          <a:p>
            <a:r>
              <a:rPr lang="en-IN" sz="2400" dirty="0"/>
              <a:t>Real Time Applications of Our Method :-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7FB26-5E04-E511-A5E8-A1DB1CF45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1" y="668594"/>
            <a:ext cx="8475406" cy="59632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1. Autonomous vehicles</a:t>
            </a:r>
          </a:p>
          <a:p>
            <a:r>
              <a:rPr lang="en-US" dirty="0"/>
              <a:t>This is the most direct fit. A car's camera sees clean roads during testing, then encounters rain, fog, snow, glare, and sensor degradation in deployment — all in sequence, all correlated. Standard TTA methods reset or forget.</a:t>
            </a:r>
          </a:p>
          <a:p>
            <a:pPr marL="0" indent="0">
              <a:buNone/>
            </a:pPr>
            <a:r>
              <a:rPr lang="en-US" b="1" dirty="0"/>
              <a:t>2. Medical imaging across hospitals</a:t>
            </a:r>
          </a:p>
          <a:p>
            <a:r>
              <a:rPr lang="en-US" dirty="0"/>
              <a:t>A model trained on MRI scans from one hospital scanner gets deployed across multiple hospitals, each with different scanner brands, calibration settings, and imaging protocols.</a:t>
            </a:r>
          </a:p>
          <a:p>
            <a:pPr marL="0" indent="0">
              <a:buNone/>
            </a:pPr>
            <a:r>
              <a:rPr lang="en-US" b="1" dirty="0"/>
              <a:t>3. Satellite and drone imagery</a:t>
            </a:r>
          </a:p>
          <a:p>
            <a:r>
              <a:rPr lang="en-US" dirty="0"/>
              <a:t>Remote sensing models face seasonal shift (summer → autumn → winter), atmospheric shift (clear → hazy), and sensor aging over months of operation.</a:t>
            </a:r>
          </a:p>
          <a:p>
            <a:pPr marL="0" indent="0">
              <a:buNone/>
            </a:pPr>
            <a:r>
              <a:rPr lang="en-US" b="1" dirty="0"/>
              <a:t>4. Underwater robotics</a:t>
            </a:r>
          </a:p>
          <a:p>
            <a:r>
              <a:rPr lang="en-US" dirty="0"/>
              <a:t>Underwater cameras face extreme distribution shift from turbidity (water clarity), depth-dependent </a:t>
            </a:r>
            <a:r>
              <a:rPr lang="en-US" dirty="0" err="1"/>
              <a:t>colour</a:t>
            </a:r>
            <a:r>
              <a:rPr lang="en-US" dirty="0"/>
              <a:t> distortion, and biofouling on lenses over time.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31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CF0FF-6C7F-BCAB-EA02-A2DE052A1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97" y="589935"/>
            <a:ext cx="8811855" cy="4944385"/>
          </a:xfrm>
        </p:spPr>
        <p:txBody>
          <a:bodyPr/>
          <a:lstStyle/>
          <a:p>
            <a:r>
              <a:rPr lang="en-IN" dirty="0"/>
              <a:t>For  severity – 5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13C572-EE4F-D4DC-0383-E4EE17142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72" y="1323681"/>
            <a:ext cx="8811855" cy="421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337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95A03-A04F-F13D-274A-B0A8F0E58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8" y="245806"/>
            <a:ext cx="8091947" cy="570831"/>
          </a:xfrm>
        </p:spPr>
        <p:txBody>
          <a:bodyPr>
            <a:normAutofit/>
          </a:bodyPr>
          <a:lstStyle/>
          <a:p>
            <a:r>
              <a:rPr lang="en-IN" dirty="0"/>
              <a:t>ALL Methods from S1 to S5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4CEEC6-E3B2-AFB3-28B8-90AF9CE43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75" y="1371997"/>
            <a:ext cx="8602663" cy="430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0986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2B1D8-2AE9-B7AC-FB69-D0F9972B8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334297"/>
            <a:ext cx="8190271" cy="6204155"/>
          </a:xfrm>
        </p:spPr>
        <p:txBody>
          <a:bodyPr/>
          <a:lstStyle/>
          <a:p>
            <a:r>
              <a:rPr lang="en-IN" dirty="0"/>
              <a:t>Our Method vs ALL (S1 to S5)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A15E10-A4F7-D755-5E8A-65C46A75EE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74" y="835742"/>
            <a:ext cx="8190271" cy="493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693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B1ED3-90C7-1EEE-8D89-0250225EB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290" y="481780"/>
            <a:ext cx="6597445" cy="6145161"/>
          </a:xfrm>
        </p:spPr>
        <p:txBody>
          <a:bodyPr>
            <a:normAutofit/>
          </a:bodyPr>
          <a:lstStyle/>
          <a:p>
            <a:r>
              <a:rPr lang="en-IN" sz="2400" dirty="0"/>
              <a:t>Our method works best for more corrupted images 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033EA0-A427-0225-7626-95A0E8FDC6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51" y="1484670"/>
            <a:ext cx="8754697" cy="393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0412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51C17-C4DE-E94C-6540-0BCF8B2B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695769" cy="648929"/>
          </a:xfrm>
        </p:spPr>
        <p:txBody>
          <a:bodyPr>
            <a:normAutofit/>
          </a:bodyPr>
          <a:lstStyle/>
          <a:p>
            <a:r>
              <a:rPr lang="en-IN" dirty="0"/>
              <a:t>Updates for next meet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AB47F-9EB0-5C60-685B-3751E537A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376516"/>
            <a:ext cx="7266040" cy="4664847"/>
          </a:xfrm>
        </p:spPr>
        <p:txBody>
          <a:bodyPr/>
          <a:lstStyle/>
          <a:p>
            <a:r>
              <a:rPr lang="en-IN" dirty="0"/>
              <a:t>Some other method instead of KL Divergence for shift detection, Which is giving best results as a shift detector and how can we modify it such that it’ll give best results.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How to improve the prototype memory bank.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Application areas of our method.(With examples of images)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In which setting our method does not work best.</a:t>
            </a:r>
          </a:p>
        </p:txBody>
      </p:sp>
    </p:spTree>
    <p:extLst>
      <p:ext uri="{BB962C8B-B14F-4D97-AF65-F5344CB8AC3E}">
        <p14:creationId xmlns:p14="http://schemas.microsoft.com/office/powerpoint/2010/main" val="17338848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atGS: Remote Sensing Novel View Synthesis Using Multi- Temporal Satellite Images with Appearance-Adaptive 3DGS | MDPI">
            <a:extLst>
              <a:ext uri="{FF2B5EF4-FFF2-40B4-BE49-F238E27FC236}">
                <a16:creationId xmlns:a16="http://schemas.microsoft.com/office/drawing/2014/main" id="{3DC4C8BD-F1E8-BB27-9515-9FC809791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634" y="254538"/>
            <a:ext cx="3893572" cy="3407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learing the Skies with Deep Learning: Removing Thick Clouds from Satellite Images | by Meghana Thota | Medium">
            <a:extLst>
              <a:ext uri="{FF2B5EF4-FFF2-40B4-BE49-F238E27FC236}">
                <a16:creationId xmlns:a16="http://schemas.microsoft.com/office/drawing/2014/main" id="{750D92B9-913F-BDFF-49C4-282BF7624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5796" y="254538"/>
            <a:ext cx="3674803" cy="317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60852C0-1D98-36F0-CBB2-685355C88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968" y="3893572"/>
            <a:ext cx="6701915" cy="2709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1147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66953-3807-BFD2-B3EC-96E380924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529609"/>
          </a:xfrm>
        </p:spPr>
        <p:txBody>
          <a:bodyPr>
            <a:normAutofit fontScale="90000"/>
          </a:bodyPr>
          <a:lstStyle/>
          <a:p>
            <a:r>
              <a:rPr lang="en-IN" dirty="0"/>
              <a:t>Shift detection comparison 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C93C050-2625-760C-1124-F5D5145FF6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326" y="1052050"/>
            <a:ext cx="8622377" cy="442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639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2245C1-120A-6921-E202-5670F7325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96" y="337265"/>
            <a:ext cx="8163108" cy="434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09395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00B02C-2913-3216-D283-2F7C8F0E9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70" y="1052052"/>
            <a:ext cx="8380259" cy="3441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564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3458</TotalTime>
  <Words>1213</Words>
  <Application>Microsoft Office PowerPoint</Application>
  <PresentationFormat>On-screen Show (4:3)</PresentationFormat>
  <Paragraphs>207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Aptos</vt:lpstr>
      <vt:lpstr>Aptos Display</vt:lpstr>
      <vt:lpstr>Arial</vt:lpstr>
      <vt:lpstr>Office Theme</vt:lpstr>
      <vt:lpstr>Test-Time Adaptation for Image Classifiers under Continuous Distribution Shift</vt:lpstr>
      <vt:lpstr>What is an Image Classifier?</vt:lpstr>
      <vt:lpstr>Distribution Shift</vt:lpstr>
      <vt:lpstr>Test-Time Adaptation (TTA)</vt:lpstr>
      <vt:lpstr>Existing Methods</vt:lpstr>
      <vt:lpstr>Entropy Minimization Idea</vt:lpstr>
      <vt:lpstr>Continuous Distribution Shift Problem</vt:lpstr>
      <vt:lpstr>Proposed Idea: ContinualTTA</vt:lpstr>
      <vt:lpstr>Prototype Memory Bank</vt:lpstr>
      <vt:lpstr>Shift Detection</vt:lpstr>
      <vt:lpstr>Experiments</vt:lpstr>
      <vt:lpstr>Expected Contributions</vt:lpstr>
      <vt:lpstr>Proposed Research Plan</vt:lpstr>
      <vt:lpstr>Proposed Research Plan</vt:lpstr>
      <vt:lpstr>In Short</vt:lpstr>
      <vt:lpstr>PowerPoint Presentation</vt:lpstr>
      <vt:lpstr>PowerPoint Presentation</vt:lpstr>
      <vt:lpstr>PowerPoint Presentation</vt:lpstr>
      <vt:lpstr>What CoTTA improved over earlier TTA methods</vt:lpstr>
      <vt:lpstr>PowerPoint Presentation</vt:lpstr>
      <vt:lpstr>PowerPoint Presentation</vt:lpstr>
      <vt:lpstr>CoTTA has no explicit semantic memory</vt:lpstr>
      <vt:lpstr>CoTTA VS OUR METHOD :</vt:lpstr>
      <vt:lpstr>Baseline vs TENT vs CoTTA</vt:lpstr>
      <vt:lpstr>PowerPoint Presentation</vt:lpstr>
      <vt:lpstr>Real Time Applications of Our Method :-</vt:lpstr>
      <vt:lpstr>For  severity – 5 </vt:lpstr>
      <vt:lpstr>ALL Methods from S1 to S5 :</vt:lpstr>
      <vt:lpstr>Our Method vs ALL (S1 to S5)</vt:lpstr>
      <vt:lpstr>Our method works best for more corrupted images :</vt:lpstr>
      <vt:lpstr>Updates for next meet :</vt:lpstr>
      <vt:lpstr>PowerPoint Presentation</vt:lpstr>
      <vt:lpstr>Shift detection comparison :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Vineet Yadav</cp:lastModifiedBy>
  <cp:revision>4</cp:revision>
  <dcterms:created xsi:type="dcterms:W3CDTF">2013-01-27T09:14:16Z</dcterms:created>
  <dcterms:modified xsi:type="dcterms:W3CDTF">2026-05-21T16:02:16Z</dcterms:modified>
  <cp:category/>
</cp:coreProperties>
</file>